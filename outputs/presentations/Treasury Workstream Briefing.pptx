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Treasury Workstream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E2E8F0"/>
                </a:solidFill>
              </a:defRPr>
            </a:pPr>
            <a:r>
              <a:t>Roxandra Sturdza · ERP Program · March 5,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5B4FC"/>
                </a:solidFill>
              </a:defRPr>
            </a:pPr>
            <a:r>
              <a:t>Abivax ERP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Treasury in the ERP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7293"/>
                </a:solidFill>
              </a:defRPr>
            </a:pPr>
            <a:r>
              <a:t>Pillar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0972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Record to Report (R2R)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7293"/>
                </a:solidFill>
              </a:defRPr>
            </a:pPr>
            <a:r>
              <a:t>Go-Live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874519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January 1,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7293"/>
                </a:solidFill>
              </a:defRPr>
            </a:pPr>
            <a:r>
              <a:t>Mobilization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6517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7293"/>
                </a:solidFill>
              </a:defRPr>
            </a:pPr>
            <a:r>
              <a:t>France 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4290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Roxandra Sturdza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7293"/>
                </a:solidFill>
              </a:defRPr>
            </a:pPr>
            <a:r>
              <a:t>US Owner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206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Kimberly Gordon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Current State — What We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Payment Flow (FR)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645920" cy="54864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Sage 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371600"/>
            <a:ext cx="1645920" cy="54864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417320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Trustpair</a:t>
            </a:r>
            <a:br/>
            <a:r>
              <a:t>Validation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371600"/>
            <a:ext cx="1645920" cy="54864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20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Agicap</a:t>
            </a:r>
            <a:br/>
            <a:r>
              <a:t>Cash Mgmt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371600"/>
            <a:ext cx="1645920" cy="54864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Bank</a:t>
            </a:r>
            <a:br/>
            <a:r>
              <a:t>Globalcash/EBICS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Key 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3774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2 payment campaigns per month (10th &amp; 25th)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432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497 active vendors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1089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4 working day lead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4747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Juliette &amp; Fatma prepare payment files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303520"/>
            <a:ext cx="2011680" cy="9144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440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C7293"/>
                </a:solidFill>
              </a:defRPr>
            </a:pPr>
            <a:r>
              <a:t>&lt;$15K/year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Trustpair</a:t>
            </a:r>
            <a:br/>
            <a:r>
              <a:t>Cost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5303520"/>
            <a:ext cx="2011680" cy="9144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5440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C7293"/>
                </a:solidFill>
              </a:defRPr>
            </a:pPr>
            <a:r>
              <a:t>22 vendors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5806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Unconfirmed</a:t>
            </a:r>
            <a:br/>
            <a:r>
              <a:t>Vendors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/>
          <p:nvPr/>
        </p:nvSpPr>
        <p:spPr>
          <a:xfrm>
            <a:off x="4709160" y="1051560"/>
            <a:ext cx="3749039" cy="411479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0280" y="1051560"/>
            <a:ext cx="2468880" cy="411479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59" y="1051560"/>
            <a:ext cx="1645920" cy="411479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Current Systems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97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Function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08760"/>
            <a:ext cx="8503920" cy="5943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Purpose / SOX Relevance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8191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Sage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58191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GL &amp; Invoicing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58191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FR payments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7627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Trustpair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17627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Vendor Bank 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697479"/>
            <a:ext cx="8503920" cy="5943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17627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SOX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77063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Agicap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77063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Cash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77063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Forecasting &amp; execution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364991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Globalcash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364991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Bank Payment Application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886200"/>
            <a:ext cx="8503920" cy="5943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364991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EBICS payment initiation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95935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EBICS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395935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Bank Connectivity Protocol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95935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Secure payment signing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Controls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7293"/>
                </a:solidFill>
              </a:defRPr>
            </a:pPr>
            <a:r>
              <a:t>Control 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77724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7293"/>
                </a:solidFill>
              </a:defRPr>
            </a:pPr>
            <a:r>
              <a:t>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777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7293"/>
                </a:solidFill>
              </a:defRPr>
            </a:pPr>
            <a: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293B"/>
                </a:solidFill>
              </a:defRPr>
            </a:pPr>
            <a:r>
              <a:t>FR-TR-12G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097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Segregation of Duties (Treasury)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143000"/>
            <a:ext cx="1828800" cy="274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143000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Design to 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293B"/>
                </a:solidFill>
              </a:defRPr>
            </a:pPr>
            <a:r>
              <a:t>FR-TR-13G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SOC Report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645920"/>
            <a:ext cx="1828800" cy="274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645920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Design to 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1031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293B"/>
                </a:solidFill>
              </a:defRPr>
            </a:pPr>
            <a:r>
              <a:t>FR-PTP-08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Bank Reconciliation (Sage)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148839"/>
            <a:ext cx="1828800" cy="274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148839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Ongoing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6060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293B"/>
                </a:solidFill>
              </a:defRPr>
            </a:pPr>
            <a:r>
              <a:t>FR-PTP-09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260603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Bank Reconciliation Review (Sage)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651759"/>
            <a:ext cx="1828800" cy="274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2651759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Ongoing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10895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293B"/>
                </a:solidFill>
              </a:defRPr>
            </a:pPr>
            <a:r>
              <a:t>FR-PTP-10 to 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10895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Payment Release Preventions (Agicap/Globalcash)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3154679"/>
            <a:ext cx="1828800" cy="274320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3154679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Out-of-Scope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61187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293B"/>
                </a:solidFill>
              </a:defRPr>
            </a:pPr>
            <a:r>
              <a:t>FR-PTP-14G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6118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Search for Unrecorded Liabilities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657599"/>
            <a:ext cx="1828800" cy="274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3657599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ERP signal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Open Questions for Roxandra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1. End-to-end payment process: Can you walk through step by step?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047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2. Bank account structure: How many accounts? Which banks? FR vs US?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83664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3. Agicap: Used for forecasting or just execution? Does it stay post-ERP?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76856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4. Globalcash: Payment initiation only, or also approval/authorization?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5. EBICS signers and authorization levels? Who signs and at what thresholds?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6. Reconciliation: Frequency and evidence retention (daily? monthly?)?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5643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7. Intercompany cash movements: Current process and volumes?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49624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8. Cash forecasting: Current approach and tools in use?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42816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9. What's working well vs what's painful in the current setup?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Decision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7863840" cy="109728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95C"/>
                </a:solidFill>
              </a:defRPr>
            </a:pPr>
            <a:r>
              <a:t>DECISION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Treasury Module Scope: Which banking integrations are in Phase 1? Bank connectivity requires IT integration work and must be scoped in the implementation contract.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7293"/>
                </a:solidFill>
              </a:defRPr>
            </a:pPr>
            <a:r>
              <a:t>Owner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Mike Markman, Roxandra Sturdza, Jade (IT)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7293"/>
                </a:solidFill>
              </a:defRPr>
            </a:pPr>
            <a:r>
              <a:t>Input Deadline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108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Before Blueprint phase (April 2026 mobilization)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7293"/>
                </a:solidFill>
              </a:defRPr>
            </a:pPr>
            <a:r>
              <a:t>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749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Bank connectivity scope → implementation contract → go-live 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Next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0060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Confirm bank account structure and current connectivity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9379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Map end-to-end payment process with Roxandra &amp; Kimberly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586983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Define treasury module scope for Phase 1 (banking integrations)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980175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Engage Jade (IT) for integration feasibility and timeline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6373367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Document findings in Treasury Requirements &amp; Design doc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